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4" r:id="rId7"/>
    <p:sldId id="260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ContractLens</a:t>
            </a:r>
            <a:br/>
            <a:br/>
            <a:r>
              <a:rPr lang="en-US" sz="2400"/>
              <a:t>From Manual Review To Automatic Comparison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pic>
        <p:nvPicPr>
          <p:cNvPr id="5" name="Picture 4" descr="ChatGPT Image Jul 20, 2026, 09_23_20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91830" cy="5527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t>ContractLens sebagai API Gateway + Analyzer</a:t>
            </a:r>
            <a:br/>
            <a:r>
              <a:t>• Capture Request</a:t>
            </a:r>
            <a:br>
              <a:rPr lang="en-US"/>
            </a:br>
            <a:r>
              <a:t>• Compare Contract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65" y="1494155"/>
            <a:ext cx="8229600" cy="4953000"/>
          </a:xfrm>
        </p:spPr>
        <p:txBody>
          <a:bodyPr/>
          <a:lstStyle/>
          <a:p>
            <a:pPr>
              <a:defRPr sz="2200"/>
            </a:pPr>
            <a:r>
              <a:rPr sz="3200"/>
              <a:t>Client → Gateway → Target Service</a:t>
            </a:r>
            <a:br>
              <a:rPr sz="3200"/>
            </a:br>
            <a:r>
              <a:rPr sz="3200"/>
              <a:t>               ↓</a:t>
            </a:r>
            <a:br>
              <a:rPr sz="3200"/>
            </a:br>
            <a:r>
              <a:rPr sz="3200"/>
              <a:t>          RabbitMQ</a:t>
            </a:r>
            <a:br>
              <a:rPr sz="3200"/>
            </a:br>
            <a:r>
              <a:rPr sz="3200"/>
              <a:t>               ↓</a:t>
            </a:r>
            <a:br>
              <a:rPr sz="3200"/>
            </a:br>
            <a:r>
              <a:rPr sz="3200"/>
              <a:t>           Analyzer</a:t>
            </a:r>
            <a:br>
              <a:rPr sz="3200"/>
            </a:br>
            <a:r>
              <a:rPr sz="3200"/>
              <a:t>               ↓</a:t>
            </a:r>
            <a:br>
              <a:rPr sz="3200"/>
            </a:br>
            <a:r>
              <a:rPr sz="3200"/>
              <a:t>        Compare &amp; Store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48903"/>
            <a:ext cx="8229600" cy="1143000"/>
          </a:xfrm>
        </p:spPr>
        <p:txBody>
          <a:bodyPr/>
          <a:p>
            <a:r>
              <a:rPr lang="en-US" altLang="en-GB"/>
              <a:t>Hands on</a:t>
            </a:r>
            <a:endParaRPr lang="en-US" altLang="en-GB"/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bg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r>
              <a:rPr lang="en-US"/>
              <a:t>Hands On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</a:t>
            </a:r>
            <a:r>
              <a:rPr lang="en-US"/>
              <a:t>Spring Boot, JDK 21, GraalVm</a:t>
            </a:r>
            <a:br>
              <a:rPr lang="en-US"/>
            </a:br>
            <a:r>
              <a:t>• RabbitMQ</a:t>
            </a:r>
            <a:br/>
            <a:r>
              <a:t>• PostgreSQL</a:t>
            </a:r>
            <a:br/>
            <a:r>
              <a:t>• MongoDB (History)</a:t>
            </a:r>
            <a:br/>
            <a:r>
              <a:t>• Redis (Cache)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Need Enhancement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/>
              <a:t>UI For More Interactive User.</a:t>
            </a:r>
            <a:endParaRPr lang="en-US"/>
          </a:p>
          <a:p>
            <a:pPr>
              <a:defRPr sz="2200"/>
            </a:pPr>
            <a:r>
              <a:rPr lang="en-US"/>
              <a:t>AI For More Natural Interaction.</a:t>
            </a:r>
            <a:endParaRPr lang="en-US"/>
          </a:p>
          <a:p>
            <a:pPr>
              <a:defRPr sz="2200"/>
            </a:pPr>
            <a:r>
              <a:rPr lang="en-US"/>
              <a:t>Alert/Notif User For Change Comparison.</a:t>
            </a:r>
            <a:endParaRPr lang="en-US"/>
          </a:p>
          <a:p>
            <a:pPr>
              <a:defRPr sz="2200"/>
            </a:pPr>
            <a:r>
              <a:rPr lang="en-US"/>
              <a:t>Request Header and Request Body Comparison.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5499735" y="278066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Goal:</a:t>
            </a:r>
            <a:br/>
            <a:r>
              <a:t>Give developers confidence when deploying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</Words>
  <Application>WPS Presentation</Application>
  <PresentationFormat>On-screen Show (4:3)</PresentationFormat>
  <Paragraphs>31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SimSun</vt:lpstr>
      <vt:lpstr>Wingdings</vt:lpstr>
      <vt:lpstr>Microsoft YaHei</vt:lpstr>
      <vt:lpstr>Arial Unicode MS</vt:lpstr>
      <vt:lpstr>Calibri</vt:lpstr>
      <vt:lpstr>Communications and Dialogues</vt:lpstr>
      <vt:lpstr>ContractLens</vt:lpstr>
      <vt:lpstr>Problem</vt:lpstr>
      <vt:lpstr>Solution</vt:lpstr>
      <vt:lpstr>Architecture</vt:lpstr>
      <vt:lpstr>Hands on</vt:lpstr>
      <vt:lpstr>Core Components</vt:lpstr>
      <vt:lpstr>Need Enhancement</vt:lpstr>
      <vt:lpstr>Closing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bima sebayang</cp:lastModifiedBy>
  <cp:revision>6</cp:revision>
  <dcterms:created xsi:type="dcterms:W3CDTF">2013-01-27T09:14:00Z</dcterms:created>
  <dcterms:modified xsi:type="dcterms:W3CDTF">2026-07-20T02:24:03Z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8D25875BFBF84A1D82EDBE02B4B4A243_12</vt:lpwstr>
  </property>
  <property fmtid="{D5CDD505-2E9C-101B-9397-08002B2CF9AE}" pid="3" name="KSOProductBuildVer">
    <vt:lpwstr>2057-12.2.0.23206</vt:lpwstr>
  </property>
</Properties>
</file>